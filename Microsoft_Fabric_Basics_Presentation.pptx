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Microsoft Fabric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New Unified Data Platform</a:t>
            </a:r>
          </a:p>
          <a:p>
            <a:r>
              <a:t>Your Name / Company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Microsoft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What is Microsoft Fabric?</a:t>
            </a:r>
          </a:p>
          <a:p>
            <a:r>
              <a:t>  - Unified data platform</a:t>
            </a:r>
          </a:p>
          <a:p>
            <a:r>
              <a:t>  - Integration of Azure services like Data Factory, Synapse, and more</a:t>
            </a:r>
          </a:p>
          <a:p>
            <a:r>
              <a:t>  - Centralized approach to data management, storage, and analytics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Microsoft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OneLake: Unified data lake for storing all types of data</a:t>
            </a:r>
          </a:p>
          <a:p>
            <a:r>
              <a:t>- Data Engineering &amp; Data Science: Built-in tools for advanced analytics and modeling</a:t>
            </a:r>
          </a:p>
          <a:p>
            <a:r>
              <a:t>- Data Integration: ETL/ELT capabilities (Data Factory)</a:t>
            </a:r>
          </a:p>
          <a:p>
            <a:r>
              <a:t>- Data Warehousing &amp; Analytics: Synapse capabilities for data warehousing and business intelligence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of Microsoft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Unified experience with a single platform for data governance, integration, and analytics</a:t>
            </a:r>
          </a:p>
          <a:p>
            <a:r>
              <a:t>- Integration with Azure Synapse, Power BI, and Data Lake Storage</a:t>
            </a:r>
          </a:p>
          <a:p>
            <a:r>
              <a:t>- Role of OneLake in centralized storage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Microsoft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End-to-End Data Integration</a:t>
            </a:r>
          </a:p>
          <a:p>
            <a:r>
              <a:t>- Simplified Data Science &amp; ML Workflows</a:t>
            </a:r>
          </a:p>
          <a:p>
            <a:r>
              <a:t>- Collaboration and Governance</a:t>
            </a:r>
          </a:p>
          <a:p>
            <a:r>
              <a:t>- Real-time Data Processing</a:t>
            </a:r>
          </a:p>
          <a:p>
            <a:r>
              <a:t>- Support for Big Data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Microsoft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Simplified Data Management</a:t>
            </a:r>
          </a:p>
          <a:p>
            <a:r>
              <a:t>- Streamlined Analytics with Power BI Integration</a:t>
            </a:r>
          </a:p>
          <a:p>
            <a:r>
              <a:t>- Scalability and Flexibility</a:t>
            </a:r>
          </a:p>
          <a:p>
            <a:r>
              <a:t>- Enhanced Security and Compliance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Fabric vs Traditional Data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Comparison with Azure Synapse, Data Factory, and Power BI</a:t>
            </a:r>
          </a:p>
          <a:p>
            <a:r>
              <a:t>  - Unified experience vs. siloed services</a:t>
            </a:r>
          </a:p>
          <a:p>
            <a:r>
              <a:t>  - Better governance and collaboration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of Microsoft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Real-time Analytics</a:t>
            </a:r>
          </a:p>
          <a:p>
            <a:r>
              <a:t>- Data Science &amp; Machine Learning</a:t>
            </a:r>
          </a:p>
          <a:p>
            <a:r>
              <a:t>- Data Integration for Enterprises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Fabric for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Growth of Unified Platforms</a:t>
            </a:r>
          </a:p>
          <a:p>
            <a:r>
              <a:t>- How Microsoft Fabric is Shaping Data Analytics</a:t>
            </a:r>
          </a:p>
          <a:p>
            <a:r>
              <a:t>- Future Trends and Developments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Summary of Key Takeaways</a:t>
            </a:r>
          </a:p>
          <a:p>
            <a:r>
              <a:t>- How Microsoft Fabric Benefits Organizations</a:t>
            </a:r>
          </a:p>
          <a:p>
            <a:r>
              <a:t>- Next Steps: Exploring Microsoft Fabric in Your Organization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