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133" y="521758"/>
            <a:ext cx="7772400" cy="1470025"/>
          </a:xfrm>
        </p:spPr>
        <p:txBody>
          <a:bodyPr/>
          <a:lstStyle/>
          <a:p>
            <a:r>
              <a:rPr dirty="0"/>
              <a:t>Azure Security and Cost Management Training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78467" y="2345267"/>
            <a:ext cx="6400800" cy="3716866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Security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Security Center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Key vault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Sentinel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Dedicated Hosts</a:t>
            </a:r>
          </a:p>
          <a:p>
            <a:pPr marL="514350" indent="-514350" algn="l">
              <a:buFont typeface="+mj-lt"/>
              <a:buAutoNum type="arabicPeriod"/>
            </a:pPr>
            <a:endParaRPr lang="en-US" dirty="0"/>
          </a:p>
          <a:p>
            <a:r>
              <a:rPr lang="en-US" dirty="0" smtClean="0"/>
              <a:t>Cost Management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Cost Analysis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Price Calculator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Budgets and Alerts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Advisor</a:t>
            </a:r>
          </a:p>
          <a:p>
            <a:pPr marL="514350" indent="-514350" algn="l">
              <a:buFont typeface="+mj-lt"/>
              <a:buAutoNum type="arabicPeriod"/>
            </a:pPr>
            <a:endParaRPr lang="en-US" dirty="0"/>
          </a:p>
          <a:p>
            <a:pPr marL="514350" indent="-514350" algn="l">
              <a:buFont typeface="+mj-lt"/>
              <a:buAutoNum type="arabicPeriod"/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Azure Security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What is Azure Security Center?</a:t>
            </a:r>
          </a:p>
          <a:p>
            <a:r>
              <a:rPr dirty="0"/>
              <a:t>- Unified infrastructure security management system</a:t>
            </a:r>
          </a:p>
          <a:p>
            <a:r>
              <a:rPr dirty="0"/>
              <a:t>- Continuous risk assessment</a:t>
            </a:r>
          </a:p>
          <a:p>
            <a:r>
              <a:rPr dirty="0"/>
              <a:t>- Integration with Azure Defender for threat detection</a:t>
            </a:r>
          </a:p>
          <a:p>
            <a:r>
              <a:rPr dirty="0"/>
              <a:t>- Compliance monitoring (e.g., PCI-DSS, ISO)</a:t>
            </a:r>
          </a:p>
          <a:p>
            <a:endParaRPr dirty="0"/>
          </a:p>
          <a:p>
            <a:r>
              <a:rPr dirty="0"/>
              <a:t>Key Features:</a:t>
            </a:r>
          </a:p>
          <a:p>
            <a:r>
              <a:rPr dirty="0"/>
              <a:t>- Security Posture Dashboard</a:t>
            </a:r>
          </a:p>
          <a:p>
            <a:r>
              <a:rPr dirty="0"/>
              <a:t>- Threat Protection</a:t>
            </a:r>
          </a:p>
          <a:p>
            <a:r>
              <a:rPr dirty="0"/>
              <a:t>- Just-in-Time VM Access (JIT)</a:t>
            </a:r>
          </a:p>
          <a:p>
            <a:r>
              <a:rPr dirty="0"/>
              <a:t>- Regulatory Compliance Monitoring</a:t>
            </a:r>
          </a:p>
          <a:p>
            <a:endParaRPr dirty="0"/>
          </a:p>
          <a:p>
            <a:r>
              <a:rPr dirty="0"/>
              <a:t>Scenarios:</a:t>
            </a:r>
          </a:p>
          <a:p>
            <a:r>
              <a:rPr dirty="0"/>
              <a:t>1. A startup </a:t>
            </a:r>
            <a:r>
              <a:rPr dirty="0" smtClean="0"/>
              <a:t>close</a:t>
            </a:r>
            <a:r>
              <a:rPr lang="en-US" dirty="0" smtClean="0"/>
              <a:t>ly</a:t>
            </a:r>
            <a:r>
              <a:rPr dirty="0" smtClean="0"/>
              <a:t> open</a:t>
            </a:r>
            <a:r>
              <a:rPr lang="en-US" dirty="0" smtClean="0"/>
              <a:t>s</a:t>
            </a:r>
            <a:r>
              <a:rPr dirty="0" smtClean="0"/>
              <a:t> </a:t>
            </a:r>
            <a:r>
              <a:rPr dirty="0"/>
              <a:t>ports on VMs using Security Center.</a:t>
            </a:r>
          </a:p>
          <a:p>
            <a:r>
              <a:rPr dirty="0"/>
              <a:t>2. A financial institution monitors compliance with industry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Azure </a:t>
            </a:r>
            <a:r>
              <a:rPr dirty="0" err="1"/>
              <a:t>Entra</a:t>
            </a:r>
            <a:r>
              <a:rPr dirty="0"/>
              <a:t> ID (Identity and Access 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What is Azure </a:t>
            </a:r>
            <a:r>
              <a:rPr dirty="0" err="1"/>
              <a:t>Entra</a:t>
            </a:r>
            <a:r>
              <a:rPr dirty="0"/>
              <a:t> ID?</a:t>
            </a:r>
          </a:p>
          <a:p>
            <a:r>
              <a:rPr dirty="0"/>
              <a:t>- Formerly known as Azure AD</a:t>
            </a:r>
          </a:p>
          <a:p>
            <a:r>
              <a:rPr dirty="0"/>
              <a:t>- Manages user identities and access to resources</a:t>
            </a:r>
          </a:p>
          <a:p>
            <a:r>
              <a:rPr dirty="0"/>
              <a:t>- Supports Multi-Factor Authentication (MFA) and Single Sign-On (SSO)</a:t>
            </a:r>
          </a:p>
          <a:p>
            <a:r>
              <a:rPr dirty="0"/>
              <a:t>- Enables Conditional Access Policies</a:t>
            </a:r>
          </a:p>
          <a:p>
            <a:endParaRPr dirty="0"/>
          </a:p>
          <a:p>
            <a:r>
              <a:rPr dirty="0"/>
              <a:t>Use Cases:</a:t>
            </a:r>
          </a:p>
          <a:p>
            <a:r>
              <a:rPr dirty="0"/>
              <a:t>1. Enable MFA for a user to secure login.</a:t>
            </a:r>
          </a:p>
          <a:p>
            <a:r>
              <a:rPr dirty="0"/>
              <a:t>2. Apply Conditional Access to restrict login from specific countries or 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Azure Key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What is Azure Key Vault?</a:t>
            </a:r>
          </a:p>
          <a:p>
            <a:r>
              <a:rPr dirty="0"/>
              <a:t>- Securely stores secrets, certificates, and encryption keys</a:t>
            </a:r>
          </a:p>
          <a:p>
            <a:r>
              <a:rPr dirty="0"/>
              <a:t>- Prevents hardcoding sensitive data</a:t>
            </a:r>
          </a:p>
          <a:p>
            <a:r>
              <a:rPr dirty="0"/>
              <a:t>- Supports integration with App Services and VMs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1. Store a database password in Key Vault and retrieve it from an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Sentinel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What is Azure Sentinel?</a:t>
            </a:r>
          </a:p>
          <a:p>
            <a:r>
              <a:rPr dirty="0"/>
              <a:t>- Cloud-native SIEM (Security Information and Event Management)</a:t>
            </a:r>
          </a:p>
          <a:p>
            <a:r>
              <a:rPr dirty="0"/>
              <a:t>- Collects and analyzes security data</a:t>
            </a:r>
          </a:p>
          <a:p>
            <a:r>
              <a:rPr dirty="0"/>
              <a:t>- Automated incident responses using Playbooks</a:t>
            </a:r>
          </a:p>
          <a:p>
            <a:endParaRPr dirty="0"/>
          </a:p>
          <a:p>
            <a:r>
              <a:rPr dirty="0"/>
              <a:t>Scenario:</a:t>
            </a:r>
          </a:p>
          <a:p>
            <a:r>
              <a:rPr dirty="0"/>
              <a:t>1. Monitor unusual sign-ins and respond with automated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Dedicated Hosts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Azure Dedicated Hosts?</a:t>
            </a:r>
          </a:p>
          <a:p>
            <a:r>
              <a:t>- Physical servers dedicated to your workloads</a:t>
            </a:r>
          </a:p>
          <a:p>
            <a:r>
              <a:t>- Improves compliance and resource isolation</a:t>
            </a:r>
          </a:p>
          <a:p>
            <a:r>
              <a:t>- Reduces 'noisy neighbor' issues common in shared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Cost Management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Azure Cost Analysis:</a:t>
            </a:r>
          </a:p>
          <a:p>
            <a:r>
              <a:rPr dirty="0"/>
              <a:t>- Visualizes cloud spending trends</a:t>
            </a:r>
          </a:p>
          <a:p>
            <a:r>
              <a:rPr dirty="0"/>
              <a:t>- Provides historical and forecasted data</a:t>
            </a:r>
          </a:p>
          <a:p>
            <a:endParaRPr dirty="0"/>
          </a:p>
          <a:p>
            <a:r>
              <a:rPr dirty="0"/>
              <a:t>Azure Price Calculator:</a:t>
            </a:r>
          </a:p>
          <a:p>
            <a:r>
              <a:rPr dirty="0"/>
              <a:t>- Helps estimate the cost of new deployments</a:t>
            </a:r>
          </a:p>
          <a:p>
            <a:r>
              <a:rPr dirty="0"/>
              <a:t>- Compare regions and resource configurations</a:t>
            </a:r>
          </a:p>
          <a:p>
            <a:endParaRPr dirty="0"/>
          </a:p>
          <a:p>
            <a:r>
              <a:rPr dirty="0"/>
              <a:t>Azure Budgets and Alerts:</a:t>
            </a:r>
          </a:p>
          <a:p>
            <a:r>
              <a:rPr dirty="0"/>
              <a:t>- Set spending thresholds with alerts</a:t>
            </a:r>
          </a:p>
          <a:p>
            <a:r>
              <a:rPr dirty="0"/>
              <a:t>- Prevent unexpected costs</a:t>
            </a:r>
          </a:p>
          <a:p>
            <a:endParaRPr dirty="0"/>
          </a:p>
          <a:p>
            <a:r>
              <a:rPr dirty="0"/>
              <a:t>Azure Advisor:</a:t>
            </a:r>
          </a:p>
          <a:p>
            <a:r>
              <a:rPr dirty="0"/>
              <a:t>- Personalized recommendations to optimize cost and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Best Practices:</a:t>
            </a:r>
          </a:p>
          <a:p>
            <a:r>
              <a:t>- Automate incident responses with Sentinel Playbooks</a:t>
            </a:r>
          </a:p>
          <a:p>
            <a:r>
              <a:t>- Store secrets securely in Key Vault</a:t>
            </a:r>
          </a:p>
          <a:p>
            <a:r>
              <a:t>- Monitor security alerts regularly</a:t>
            </a:r>
          </a:p>
          <a:p>
            <a:r>
              <a:t>- Use Cost Analysis and Budgets to manage expenses</a:t>
            </a:r>
          </a:p>
          <a:p>
            <a:endParaRPr/>
          </a:p>
          <a:p>
            <a:r>
              <a:t>Q&amp;A and Further Learning:</a:t>
            </a:r>
          </a:p>
          <a:p>
            <a:r>
              <a:t>- Encourage participants to ask questions</a:t>
            </a:r>
          </a:p>
          <a:p>
            <a:r>
              <a:t>- Recommend further training paths for deeper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427</Words>
  <Application>Microsoft Office PowerPoint</Application>
  <PresentationFormat>On-screen Show (4:3)</PresentationFormat>
  <Paragraphs>84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Azure Security and Cost Management Training</vt:lpstr>
      <vt:lpstr>Azure Security Center</vt:lpstr>
      <vt:lpstr>Azure Entra ID (Identity and Access Management)</vt:lpstr>
      <vt:lpstr>Azure Key Vault</vt:lpstr>
      <vt:lpstr>Azure Sentinel</vt:lpstr>
      <vt:lpstr>Azure Dedicated Hosts</vt:lpstr>
      <vt:lpstr>Azure Cost Management Services</vt:lpstr>
      <vt:lpstr>Best Practices and 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Security and Cost Management Training</dc:title>
  <dc:subject/>
  <dc:creator/>
  <cp:keywords/>
  <dc:description>generated using python-pptx</dc:description>
  <cp:lastModifiedBy>admin</cp:lastModifiedBy>
  <cp:revision>7</cp:revision>
  <dcterms:created xsi:type="dcterms:W3CDTF">2013-01-27T09:14:16Z</dcterms:created>
  <dcterms:modified xsi:type="dcterms:W3CDTF">2024-10-25T12:39:28Z</dcterms:modified>
  <cp:category/>
</cp:coreProperties>
</file>