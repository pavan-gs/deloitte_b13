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4128-94F9-06AC-59C7-C52FD944D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4EB4C-3219-173D-D644-C64E10199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B5AB4-9455-97BB-B64F-82CB6FED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6ECCF-B8D8-D4B8-9DD5-51D47A7A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3EAD4-A6E2-29F1-7E5F-F07803D70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95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9DF8-E314-5D63-C5F0-C76A9CB2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780B-08C7-D5F7-351B-5AF99196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B1B69-7BE1-FD36-64D0-08B2B016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4EBFA-B5D0-7FF5-A3CB-3C6E870A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21F4E-A79F-9880-91EA-1D000394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18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B0FD-417E-4F75-A5D4-810A5AC2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8512-14B5-EEE9-8508-962FEFAB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2DA89-9659-0EF5-5209-7368E044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E523D-145C-A239-A9FF-60F077B6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2450E-3679-0C95-616C-9534DB76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82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3CB6-A6A0-E385-AE18-33533255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ED50-9AAE-E9CB-F374-D5065EC44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C3343-FEF0-ADE1-6868-A2128493A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AAA69-A6CD-CB9E-50AD-D9DFD459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D2A9F-BA52-0C8E-851C-8EF0C46F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3F75E-BC22-45C3-3B62-B8EA5E89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07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F2D9-8C11-2FD9-BA73-F21B3BDCF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FDE9C-9B71-1C32-EDDE-110D17172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326DE-FE52-6974-812D-503F44A61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6DDC-A885-FBC2-F309-F4DFB2C45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3F1D7-95B1-98C9-C4A0-762594824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0983D-F1B9-0134-1932-833AC4F7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D1374-8570-0F26-CD93-E07716C5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A9B0D-081D-9C6E-F621-987379986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97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CA7C-FE02-E614-2E21-1EE8485C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15368-D613-330D-DB77-7EF67A36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05054-AFEE-98D1-5DB7-FE5D83D4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03BD3-056E-0F89-72C6-AC1CD869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34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D2A54-942F-A55B-F7C2-0E3AEBED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164E-88E5-6AC2-F366-EC9287F4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96D10-96EF-64DD-88C5-E43A1FBF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043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23D3-621B-30BD-730D-0758473D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476E9-1FC5-9A9B-6C58-DEA82B1FD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2AF4A-6FD8-AF96-FC6D-EF77B539E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28799-3F8E-530C-01A1-892DFA42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590C9-4CCD-22D2-6769-AA925CAC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C001A-B4AF-648C-004B-2335E521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35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1364-3473-0404-7293-E6C439F1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5A588-9C18-675E-7035-3CB2EC52E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EE7A9-D253-5367-552C-6417B8D81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A871A-2218-D2AE-13F4-28B45656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E88D3-26B1-BAB6-5852-88BF7073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1B143-85FC-1D03-C3D3-59ACDB08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83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B302-E608-E823-DDC6-DB31A902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01E0D-5892-C687-8584-3CFCF6DAE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092B8-2E86-4DD0-2ADD-A9717ABC0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AAD76-5D0C-273D-92A6-8136146B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262B7-9D3B-DBBA-0071-C3C1269B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32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6A6673-9347-BC63-2674-317E0D621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258CF-88AC-3B4E-93B7-67D83067E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629A-F64B-6C34-088C-E525736D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74DCA-64DF-4BC8-B306-AE46541D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FD1B5-ED35-4916-816D-6ECAF79F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95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88DAE-8D57-0EAD-6D45-9BD09CDA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04F02-828D-688D-795C-8B2B00AD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1A9-D80C-5AFF-6317-C897F5F64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44F21-A2F2-4E6E-B321-B6CF171168FE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EF3A4-D50E-83DA-5BAC-D3C205C52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FB3B1-511A-9766-061D-44B030F0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B209E-86E9-4620-B792-13D6DE1D7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44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B484-37D6-5E2A-FF6A-5A6FAA2F1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What is Generative AI?</a:t>
            </a:r>
          </a:p>
        </p:txBody>
      </p:sp>
    </p:spTree>
    <p:extLst>
      <p:ext uri="{BB962C8B-B14F-4D97-AF65-F5344CB8AC3E}">
        <p14:creationId xmlns:p14="http://schemas.microsoft.com/office/powerpoint/2010/main" val="749651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D055-964E-291C-6F90-3FC90888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Definition: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83AC9B-04D6-CBDE-1648-B894ABAE3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5631"/>
            <a:ext cx="113030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systems that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new content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(text, images, audio, code) rather than just analyze existing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 → conversations, summaries,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DALL·E → images from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Whisper → speech to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2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5592-0EB2-9F08-6EAA-B10D82A5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Generative AI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5850-C25C-ADA4-53C1-2260DFAF6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Transforms industries: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Productivity</a:t>
            </a:r>
            <a:r>
              <a:rPr lang="en-IN" dirty="0"/>
              <a:t> → automate repetitive tasks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Creativity</a:t>
            </a:r>
            <a:r>
              <a:rPr lang="en-IN" dirty="0"/>
              <a:t> → marketing, design, brainstorming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Decision Support</a:t>
            </a:r>
            <a:r>
              <a:rPr lang="en-IN" dirty="0"/>
              <a:t> → insights from large datasets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Accessibility</a:t>
            </a:r>
            <a:r>
              <a:rPr lang="en-IN" dirty="0"/>
              <a:t> → language translation, speech transcription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60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506A-2414-0435-A41D-042BED94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Generative AI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BDEDB4-75C1-4FE5-3982-90BE1A07C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Models learn from massive datasets (text, images, audio)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They detect language/image patterns (not memorization)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Given a prompt, they predict the next word, pixel, or sound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Models can be specialized for specific domains (finance, healthcare, retail)</a:t>
            </a:r>
          </a:p>
        </p:txBody>
      </p:sp>
    </p:spTree>
    <p:extLst>
      <p:ext uri="{BB962C8B-B14F-4D97-AF65-F5344CB8AC3E}">
        <p14:creationId xmlns:p14="http://schemas.microsoft.com/office/powerpoint/2010/main" val="48807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FABF-9299-7E88-BAE7-9328B911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GenAI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30EAB0-0F07-FB51-5E19-619E49D31E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375720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038592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03642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418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LLMs (Large Language Models)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GPT-4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generation, Q&amp;A,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94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Text-to-Image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DALL·E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images from prompts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788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Speech-to-Text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Whisper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Transcription, captions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192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Embeddings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 Embeddings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Semantic search, 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713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92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DF3D-0343-E751-F467-6DD2E5A0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GenAI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F4B323-60A0-2D77-2DBA-A4E72FBBF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Hallucinations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AI generates wrong but confident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Output may reflect training data bias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Privacy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Sensitive information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&amp; Compute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Training/inference requires high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Governance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Responsible AI needed for enterprises</a:t>
            </a:r>
          </a:p>
        </p:txBody>
      </p:sp>
    </p:spTree>
    <p:extLst>
      <p:ext uri="{BB962C8B-B14F-4D97-AF65-F5344CB8AC3E}">
        <p14:creationId xmlns:p14="http://schemas.microsoft.com/office/powerpoint/2010/main" val="1702371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3289-D9C1-F677-D0D9-1B030828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Enterprises Need Azure for GenAI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823F1B-97C3-C832-4A2D-A67B4F8F6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Secure, compliant environment for sensitive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AI guardrails (content filtering, monitoring)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ecosystem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(Data, ML, Analytics, Copilot)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 workloads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safely</a:t>
            </a:r>
          </a:p>
        </p:txBody>
      </p:sp>
    </p:spTree>
    <p:extLst>
      <p:ext uri="{BB962C8B-B14F-4D97-AF65-F5344CB8AC3E}">
        <p14:creationId xmlns:p14="http://schemas.microsoft.com/office/powerpoint/2010/main" val="251288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B38B-7A91-0666-83B2-FA7E32E5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Azure OpenAI?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8F2E86-A005-C147-14B0-CA14C12F7B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5"/>
            <a:ext cx="1072934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AI 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Microsoft providing access to OpenAI’s large language models (LLMs)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GPT-4, GPT-4o, GPT-3.5, DALL·E, Whisper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within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ecosystem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enterprise security, compliance, 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Accessible via: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OpenAI Studio (Playground UI)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SDKs, REST APIs, CLI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320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4750-2A83-D08D-97F6-18AEB2EC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Azure OpenAI?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E77B99-CAA9-77C8-75E4-F8C6B4ADD1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5"/>
            <a:ext cx="1119954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Enterprise-grade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privacy, compliance (GDPR, SOC, HIPAA,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network integration, private endpoints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multiple Azure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built-in content filtering &amp; safety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Azure services → Data Factory, Synapse, Power BI, Logic Apps, Copilot Studio</a:t>
            </a:r>
          </a:p>
        </p:txBody>
      </p:sp>
    </p:spTree>
    <p:extLst>
      <p:ext uri="{BB962C8B-B14F-4D97-AF65-F5344CB8AC3E}">
        <p14:creationId xmlns:p14="http://schemas.microsoft.com/office/powerpoint/2010/main" val="62509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3A3B-F94B-B7D3-9DAB-E58D001B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Azure OpenAI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47A4FB-59DE-8505-322E-33CF2EFA87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4"/>
            <a:ext cx="70744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a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GPT, DALL·E, Whisper, Embeddings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in Studio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create an endpoint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 in Playground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tune prompts, test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in Apps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via API, SDK, or Azure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&amp; Govern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monitor usage, apply Responsible AI policies</a:t>
            </a:r>
          </a:p>
        </p:txBody>
      </p:sp>
    </p:spTree>
    <p:extLst>
      <p:ext uri="{BB962C8B-B14F-4D97-AF65-F5344CB8AC3E}">
        <p14:creationId xmlns:p14="http://schemas.microsoft.com/office/powerpoint/2010/main" val="3907165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05F4-B52D-BBE5-F330-9F3F079F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(Latest UI)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961EA6-6470-79F8-44A2-D8961364D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24780"/>
              </p:ext>
            </p:extLst>
          </p:nvPr>
        </p:nvGraphicFramePr>
        <p:xfrm>
          <a:off x="838200" y="2401094"/>
          <a:ext cx="9554274" cy="3200400"/>
        </p:xfrm>
        <a:graphic>
          <a:graphicData uri="http://schemas.openxmlformats.org/drawingml/2006/table">
            <a:tbl>
              <a:tblPr/>
              <a:tblGrid>
                <a:gridCol w="2543874">
                  <a:extLst>
                    <a:ext uri="{9D8B030D-6E8A-4147-A177-3AD203B41FA5}">
                      <a16:colId xmlns:a16="http://schemas.microsoft.com/office/drawing/2014/main" val="24408170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72813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3563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Chat Playground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conversational bots (GPT-4/GPT-3.5)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Customer support, Q&amp;A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64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Completions Playground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 or summarize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Reports, marketing,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17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DALL·E Playground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images from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Creative design,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289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Whisper Playground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Transcribe 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Meeting notes, captions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99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Bring Your Own Data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 custom data for grounding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base, internal docs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41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Deployments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endpoints for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957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SDK / CLI Integration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Code-first workflows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Developer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774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80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A6CC-A895-16AD-047E-916A9692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F7F6F5-C86D-EF2A-3BC7-35A847C9D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5"/>
            <a:ext cx="57150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OpenAI Studio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Playground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Choose GPT-4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&amp; user prompts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 parameters: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temperature, max tokens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endpoint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app, Power BI, or Copilot Studio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972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CA38-0DAC-7443-B8F3-10DB1E5A7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Azure AI Foundry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A8074B-491E-E84D-74FC-B039834E36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81054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662614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127597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98158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OpenAI Studio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Azure AI Foundry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28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Scope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Focused on OpenAI models (GPT, DALL·E, Whisper)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Broader AI platform (open models, custom fine-tuning, ML lifecycle)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093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UI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Playground-style (chat, completions, images, audio)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Centralized AI hub (catalog, pipelines, evaluations, deployments)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291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Customization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Prompt engineering, bring-your-data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Fine-tuning, multi-model orchestration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365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Integration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endpoints, Copilot Studio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End-to-end ML (training → deploy → monitor)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223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Best for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Quick experimentation &amp; deployment of OpenAI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Enterprise AI development at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509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981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BC5B-D85E-E302-84AA-AC79D2F8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FF3DE1-ED4F-FF10-C421-9A56A893A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2"/>
            <a:ext cx="718337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OpenAI Studio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If you want to: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Quickly test GPT-4/DALL·E/Whisper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Build chatbots, text/image apps fast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Deploy with enterprise compliance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AI Foundry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If you need: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End-to-end ML lifecycle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model providers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(Meta, Cohere, OpenAI, custom)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Advanced evaluation, fine-tuning, monitoring</a:t>
            </a:r>
          </a:p>
        </p:txBody>
      </p:sp>
    </p:spTree>
    <p:extLst>
      <p:ext uri="{BB962C8B-B14F-4D97-AF65-F5344CB8AC3E}">
        <p14:creationId xmlns:p14="http://schemas.microsoft.com/office/powerpoint/2010/main" val="87601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F257-4834-EDD8-0B2F-C4583CAE2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Use Cases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3E453D-53FB-F19B-BBC1-5D1DF30C98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4"/>
            <a:ext cx="770505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Automated customer support (Chat Playground)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Clinical note transcription (Whisper)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Product description generation (Completions)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Image-based defect detection (DALL·E + Vision APIs)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Internal knowledge bots (Bring Your Own Data)</a:t>
            </a:r>
          </a:p>
        </p:txBody>
      </p:sp>
    </p:spTree>
    <p:extLst>
      <p:ext uri="{BB962C8B-B14F-4D97-AF65-F5344CB8AC3E}">
        <p14:creationId xmlns:p14="http://schemas.microsoft.com/office/powerpoint/2010/main" val="386922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9B57-3D72-71D4-828F-0DE40B54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122A9E-B995-13CF-C21B-E3F510ABA6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5632"/>
            <a:ext cx="815159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OpenAI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 for enterprise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OpenAI’s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Azure’s security &amp; governance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Studio UI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chat, text, image, audio, and custom data experiments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AI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Azure AI Foundry is the broader platform</a:t>
            </a:r>
          </a:p>
        </p:txBody>
      </p:sp>
    </p:spTree>
    <p:extLst>
      <p:ext uri="{BB962C8B-B14F-4D97-AF65-F5344CB8AC3E}">
        <p14:creationId xmlns:p14="http://schemas.microsoft.com/office/powerpoint/2010/main" val="188583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852</Words>
  <Application>Microsoft Office PowerPoint</Application>
  <PresentationFormat>Widescreen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What is Generative AI?</vt:lpstr>
      <vt:lpstr>Definition:</vt:lpstr>
      <vt:lpstr>Why Generative AI Matters</vt:lpstr>
      <vt:lpstr>How Generative AI Works</vt:lpstr>
      <vt:lpstr>Key GenAI Models</vt:lpstr>
      <vt:lpstr>Challenges in GenAI</vt:lpstr>
      <vt:lpstr>Why Enterprises Need Azure for GenAI</vt:lpstr>
      <vt:lpstr>What is Azure OpenAI?</vt:lpstr>
      <vt:lpstr>Why Azure OpenAI?</vt:lpstr>
      <vt:lpstr>How Azure OpenAI Works</vt:lpstr>
      <vt:lpstr>Components (Latest UI)</vt:lpstr>
      <vt:lpstr>Demo Flow</vt:lpstr>
      <vt:lpstr>Comparison with Azure AI Foundry</vt:lpstr>
      <vt:lpstr>When to Use What</vt:lpstr>
      <vt:lpstr>Real-World Use Cases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GS</dc:creator>
  <cp:lastModifiedBy>Pavan GS</cp:lastModifiedBy>
  <cp:revision>3</cp:revision>
  <dcterms:created xsi:type="dcterms:W3CDTF">2025-08-25T03:49:44Z</dcterms:created>
  <dcterms:modified xsi:type="dcterms:W3CDTF">2025-08-25T13:56:36Z</dcterms:modified>
</cp:coreProperties>
</file>