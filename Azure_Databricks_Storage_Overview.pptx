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Azure Databricks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Management, Storage, and Formats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Azure Databricks?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Azure Databricks is an Apache Spark-based analytics platform optimized for Azure.</a:t>
            </a:r>
          </a:p>
          <a:p>
            <a:r>
              <a:t>It provides collaborative workspaces for data engineers and data scientists to analyze big data.</a:t>
            </a:r>
          </a:p>
          <a:p>
            <a:r>
              <a:t>Key features include: </a:t>
            </a:r>
          </a:p>
          <a:p>
            <a:r>
              <a:t>- Unified analytics platform</a:t>
            </a:r>
          </a:p>
          <a:p>
            <a:r>
              <a:t>- Collaborative notebooks</a:t>
            </a:r>
          </a:p>
          <a:p>
            <a:r>
              <a:t>- Seamless integration with Azure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Azure Databricks Manages 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4571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Azure </a:t>
            </a:r>
            <a:r>
              <a:rPr dirty="0" err="1"/>
              <a:t>Databricks</a:t>
            </a:r>
            <a:r>
              <a:rPr dirty="0"/>
              <a:t> uses several components for data storage management:</a:t>
            </a:r>
          </a:p>
          <a:p>
            <a:r>
              <a:rPr dirty="0"/>
              <a:t>- **DBFS (</a:t>
            </a:r>
            <a:r>
              <a:rPr dirty="0" err="1"/>
              <a:t>Databricks</a:t>
            </a:r>
            <a:r>
              <a:rPr dirty="0"/>
              <a:t> File System)**: A distributed file system mounted to the workspace.</a:t>
            </a:r>
          </a:p>
          <a:p>
            <a:r>
              <a:rPr dirty="0"/>
              <a:t>- **Volumes**: A new feature for organizing and managing files.</a:t>
            </a:r>
          </a:p>
          <a:p>
            <a:r>
              <a:rPr dirty="0"/>
              <a:t>- **Blob Storage / ADLS Gen2**: External storage options used for persistent storage.</a:t>
            </a:r>
          </a:p>
          <a:p>
            <a:r>
              <a:rPr dirty="0"/>
              <a:t>- **Delta Lake**: A storage layer that brings ACID transactions to big data workloads.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Where and Which Formats Data is Stored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can be stored in various formats within Azure Databricks:</a:t>
            </a:r>
          </a:p>
          <a:p>
            <a:r>
              <a:t>- **File Formats**: CSV, JSON, Parquet, ORC, Avro</a:t>
            </a:r>
          </a:p>
          <a:p>
            <a:r>
              <a:t>- **Delta Tables**: A format that enables data versioning and time travel.</a:t>
            </a:r>
          </a:p>
          <a:p>
            <a:r>
              <a:t>- **Hive Metastore**: Used to manage metadata for Spark SQL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Happens When You Load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When you load data into Azure Databricks:</a:t>
            </a:r>
          </a:p>
          <a:p>
            <a:r>
              <a:t>- The data is either uploaded to DBFS or referenced from external storage.</a:t>
            </a:r>
          </a:p>
          <a:p>
            <a:r>
              <a:t>- You can choose the format during the load process (e.g., Delta, Parquet).</a:t>
            </a:r>
          </a:p>
          <a:p>
            <a:r>
              <a:t>- Data is made available for processing through Spark DataFrames.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Azure Databricks Decides Where to Store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choice of where to store data is influenced by:</a:t>
            </a:r>
          </a:p>
          <a:p>
            <a:r>
              <a:t>- **Use Case**: Whether the data is temporary or needs persistence.</a:t>
            </a:r>
          </a:p>
          <a:p>
            <a:r>
              <a:t>- **Performance**: Delta Lake provides better performance for analytics.</a:t>
            </a:r>
          </a:p>
          <a:p>
            <a:r>
              <a:t>- **Cost**: Using Azure Blob Storage or ADLS Gen2 may be more cost-effective for large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Azure </a:t>
            </a:r>
            <a:r>
              <a:rPr dirty="0" err="1"/>
              <a:t>Databricks</a:t>
            </a:r>
            <a:r>
              <a:rPr dirty="0"/>
              <a:t> offers a powerful platform for data analysis and storage management:</a:t>
            </a:r>
          </a:p>
          <a:p>
            <a:r>
              <a:rPr dirty="0"/>
              <a:t>- Supports multiple storage formats and external systems.</a:t>
            </a:r>
          </a:p>
          <a:p>
            <a:r>
              <a:rPr dirty="0"/>
              <a:t>- Delta Lake enhances data reliability and performance.</a:t>
            </a:r>
          </a:p>
          <a:p>
            <a:r>
              <a:rPr dirty="0"/>
              <a:t>- The storage decision is based on the use case, performance needs, and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368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Understanding Azure Databricks</vt:lpstr>
      <vt:lpstr>What is Azure Databricks?</vt:lpstr>
      <vt:lpstr>How Azure Databricks Manages Data Storage</vt:lpstr>
      <vt:lpstr>Where and Which Formats Data is Stored</vt:lpstr>
      <vt:lpstr>What Happens When You Load Data</vt:lpstr>
      <vt:lpstr>How Azure Databricks Decides Where to Store Data</vt:lpstr>
      <vt:lpstr>Summary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Azure Databricks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2024-11-04T10:46:35Z</dcterms:modified>
  <cp:category/>
</cp:coreProperties>
</file>